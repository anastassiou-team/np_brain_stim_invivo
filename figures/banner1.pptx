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6731-200F-3EC9-2A93-FFFC4BC05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4F8F8-6030-086B-41A8-9EB19048B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08C24-2ACA-8750-6C7B-DDE309B48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F67B7-DBCB-2EFE-7281-614EE228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C35C6-3F15-A89B-4339-00FB4F0A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4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B206-1741-5DB4-9899-31FD7302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17A84-AB5C-0892-458D-79E55DD53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930CC-014F-D94F-27B5-FEF1D80E5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C9878-B596-292B-95B0-246104AE1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D6F2A-F047-4B7E-6FFF-C21ED15F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51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9EAD-2E0C-2A34-268D-0BB0658CA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2DA69-C7AF-5604-6323-CE083D65A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9A7DF-9C9D-E4AF-37D4-B1CC0C7E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29E76-7EC6-A56D-A218-1C2BDAD89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1CD71-DF11-1A4C-8CFB-13BDA2C3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07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DAD4E-53FE-45A4-F69F-1709ACA3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AE2DD-318D-3AAA-A674-E7E7093A5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53573-6D34-08FC-1F8A-F1769354E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4C66E-69E5-50D1-FFBE-9FF5FE201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A7C50-A867-4A1B-C788-79823F0D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A1112-3798-4F7F-0BBE-52C05A7E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04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C093-FD57-25A2-AED6-F27F6C44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4CE73-B30C-420B-2D85-18FA3FF62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C3F54-5602-F4F6-8C38-22D79EE20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F64BDD-2698-75F1-9721-64E9EFD57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72BEEB-68DB-EB07-39D8-22B95A909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7D95B-DCFF-3E31-7A22-0DBCE781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9DAF9E-A840-38D3-44D3-4ED5B2756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829ECD-EE7D-589C-127B-17932E4D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1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FA6B-08CC-30B7-C973-EBDE3128B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CF9B39-AD09-4712-79C7-E288D6B7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B1227-4985-D557-0749-3F3AD3B2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C9BB2-E172-6D03-1555-C941244BF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4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61A47D-DFDD-1D4F-9E28-2F03A948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CF345-C899-89BB-DE1C-9DEA21B8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D4412-5F56-FC3C-F08A-B20D97ACE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23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A28D-22B7-93ED-7C09-60CA5A4AF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1E2A2-C6FF-3C8E-15C5-CA0EAA164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EDF21-790C-E7A5-49CB-E9C74EBEC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7C0D9-E903-F462-8A75-7AC9C3F16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11167-593C-EFDF-CF30-A18ABE2B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5D59F-7FE5-5E5C-8B4E-7AB910E1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0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6ADE-DE18-03DE-679D-8503B4F3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4C10B-3FBD-B581-AB01-1F6A1C7B7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2128B-C79C-2CF4-40B5-6CDFC9DD8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1C075-51F2-15DA-E89F-F2F09E6BE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60A3D-98D2-D35E-7938-D13512A7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2D2F8-6E5E-6989-D424-757AC268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8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594F-2850-20CB-26E9-FD82E7DE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7F3DD-EF69-64AB-D244-A14ACA893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7546F-DD2E-DA63-0100-29FED704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F0BA4-4500-23F7-333B-56236592F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DACE4-3EA2-0E84-CD10-198F7EDDA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1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0EC74E-BB16-4DA0-1560-3939ABA93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B3287-42C0-9F3C-3A16-FBE6DA139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F0000-806A-140A-1A55-703B8E8EB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A17FE-B862-38F8-D12B-BC4BFEC2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D8BEE-EAC8-BD3D-30DE-FA52D2C20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6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9C7DEA-FEAD-D393-3E69-FFB435A6E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81F84-0786-C8BC-A4F7-858C92D7E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36820-F693-0859-29A3-E9374C2E5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2FB5A-4A08-D149-96BB-24636743E955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0DC15-C54F-595A-F28F-4136BD215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2EEB1-819D-0D0A-168F-D9C66C14A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A8FCF4-873B-AB49-ABCF-768E8F266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39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7C7566A-F665-F77B-A7C5-D05EEC05AB46}"/>
              </a:ext>
            </a:extLst>
          </p:cNvPr>
          <p:cNvGrpSpPr/>
          <p:nvPr/>
        </p:nvGrpSpPr>
        <p:grpSpPr>
          <a:xfrm>
            <a:off x="336330" y="1070740"/>
            <a:ext cx="3394841" cy="2316324"/>
            <a:chOff x="578069" y="872359"/>
            <a:chExt cx="3090041" cy="214936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AA0A9E9-7F98-C1E4-BEA4-9EF64CE5F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789" t="-805" r="6926" b="88673"/>
            <a:stretch>
              <a:fillRect/>
            </a:stretch>
          </p:blipFill>
          <p:spPr>
            <a:xfrm>
              <a:off x="578069" y="872359"/>
              <a:ext cx="3090041" cy="2060027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C73F82-4599-230A-9B0D-FD8C8EF43606}"/>
                </a:ext>
              </a:extLst>
            </p:cNvPr>
            <p:cNvSpPr/>
            <p:nvPr/>
          </p:nvSpPr>
          <p:spPr>
            <a:xfrm>
              <a:off x="3089769" y="2843047"/>
              <a:ext cx="578069" cy="17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0F2C35-F191-F738-1226-39CBC0551BEE}"/>
              </a:ext>
            </a:extLst>
          </p:cNvPr>
          <p:cNvGrpSpPr/>
          <p:nvPr/>
        </p:nvGrpSpPr>
        <p:grpSpPr>
          <a:xfrm>
            <a:off x="0" y="3614245"/>
            <a:ext cx="3747485" cy="2849618"/>
            <a:chOff x="249346" y="3857297"/>
            <a:chExt cx="3747485" cy="284961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07008D9-8C8A-6862-9262-7309479E9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2729" t="10824" r="5394" b="72797"/>
            <a:stretch>
              <a:fillRect/>
            </a:stretch>
          </p:blipFill>
          <p:spPr>
            <a:xfrm>
              <a:off x="249346" y="3925615"/>
              <a:ext cx="3747485" cy="27813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97EF45-ECAE-2375-CC7E-165D6004FBAB}"/>
                </a:ext>
              </a:extLst>
            </p:cNvPr>
            <p:cNvSpPr/>
            <p:nvPr/>
          </p:nvSpPr>
          <p:spPr>
            <a:xfrm>
              <a:off x="656624" y="3857297"/>
              <a:ext cx="930438" cy="199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164CAA-1334-44B4-D720-61BD6317897F}"/>
                </a:ext>
              </a:extLst>
            </p:cNvPr>
            <p:cNvSpPr/>
            <p:nvPr/>
          </p:nvSpPr>
          <p:spPr>
            <a:xfrm>
              <a:off x="1994340" y="3883574"/>
              <a:ext cx="930438" cy="199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46124B5-C64F-04D0-993D-34455C1F644C}"/>
              </a:ext>
            </a:extLst>
          </p:cNvPr>
          <p:cNvGrpSpPr/>
          <p:nvPr/>
        </p:nvGrpSpPr>
        <p:grpSpPr>
          <a:xfrm>
            <a:off x="3993441" y="1077414"/>
            <a:ext cx="5171634" cy="2420611"/>
            <a:chOff x="4245635" y="1077414"/>
            <a:chExt cx="5171634" cy="242061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D1D890B-E6C0-053C-73A9-BF2CB2ADE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6130" r="51951" b="58697"/>
            <a:stretch>
              <a:fillRect/>
            </a:stretch>
          </p:blipFill>
          <p:spPr>
            <a:xfrm>
              <a:off x="4245635" y="1077414"/>
              <a:ext cx="5063768" cy="2309649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6E66E6-44D7-5529-AC9F-6D9C2810F6F1}"/>
                </a:ext>
              </a:extLst>
            </p:cNvPr>
            <p:cNvSpPr/>
            <p:nvPr/>
          </p:nvSpPr>
          <p:spPr>
            <a:xfrm>
              <a:off x="7798676" y="3237186"/>
              <a:ext cx="1618593" cy="2608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1DF87B29-0DCD-3862-05DB-C2251F4F96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89" t="79751"/>
          <a:stretch>
            <a:fillRect/>
          </a:stretch>
        </p:blipFill>
        <p:spPr>
          <a:xfrm>
            <a:off x="9792308" y="3614245"/>
            <a:ext cx="2119245" cy="25601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E9FEF7-BDAC-EB7A-212E-9019AB4BCC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22" t="79387" r="63193"/>
          <a:stretch>
            <a:fillRect/>
          </a:stretch>
        </p:blipFill>
        <p:spPr>
          <a:xfrm>
            <a:off x="9690538" y="942066"/>
            <a:ext cx="2322786" cy="244499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D0D531EC-BDCF-7001-0212-80DCE81DACE5}"/>
              </a:ext>
            </a:extLst>
          </p:cNvPr>
          <p:cNvGrpSpPr/>
          <p:nvPr/>
        </p:nvGrpSpPr>
        <p:grpSpPr>
          <a:xfrm>
            <a:off x="3993441" y="3840218"/>
            <a:ext cx="5379060" cy="2623645"/>
            <a:chOff x="4151091" y="3840218"/>
            <a:chExt cx="5379060" cy="262364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33C6AEA-7E06-6774-F4B4-70D7E76623CB}"/>
                </a:ext>
              </a:extLst>
            </p:cNvPr>
            <p:cNvGrpSpPr/>
            <p:nvPr/>
          </p:nvGrpSpPr>
          <p:grpSpPr>
            <a:xfrm>
              <a:off x="4151091" y="3946635"/>
              <a:ext cx="5379060" cy="2517228"/>
              <a:chOff x="4245635" y="3946635"/>
              <a:chExt cx="5379060" cy="251722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C697570-45B2-48F9-B4A8-E76726B7CC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8160" t="26360" b="58237"/>
              <a:stretch>
                <a:fillRect/>
              </a:stretch>
            </p:blipFill>
            <p:spPr>
              <a:xfrm>
                <a:off x="4245635" y="3946635"/>
                <a:ext cx="5379060" cy="2308478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85EAE9-23A0-2228-F10F-73FAC73EDCD1}"/>
                  </a:ext>
                </a:extLst>
              </p:cNvPr>
              <p:cNvSpPr/>
              <p:nvPr/>
            </p:nvSpPr>
            <p:spPr>
              <a:xfrm>
                <a:off x="4245635" y="6053959"/>
                <a:ext cx="568103" cy="3678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F8CAD30-A345-8D0B-F1B5-A12B7D0116A3}"/>
                  </a:ext>
                </a:extLst>
              </p:cNvPr>
              <p:cNvSpPr/>
              <p:nvPr/>
            </p:nvSpPr>
            <p:spPr>
              <a:xfrm>
                <a:off x="7798676" y="6096001"/>
                <a:ext cx="1093076" cy="3678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A3DABEE-35E2-6F75-5002-31B332070227}"/>
                </a:ext>
              </a:extLst>
            </p:cNvPr>
            <p:cNvSpPr/>
            <p:nvPr/>
          </p:nvSpPr>
          <p:spPr>
            <a:xfrm>
              <a:off x="6211614" y="3840218"/>
              <a:ext cx="315310" cy="2062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8143207-D3C0-6426-95E4-F250D5874F2A}"/>
              </a:ext>
            </a:extLst>
          </p:cNvPr>
          <p:cNvSpPr/>
          <p:nvPr/>
        </p:nvSpPr>
        <p:spPr>
          <a:xfrm>
            <a:off x="9616966" y="1755228"/>
            <a:ext cx="451944" cy="2837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6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Anastassiou, Costas</dc:creator>
  <cp:lastModifiedBy>Anastassiou, Costas</cp:lastModifiedBy>
  <cp:revision>1</cp:revision>
  <dcterms:created xsi:type="dcterms:W3CDTF">2026-03-27T22:13:52Z</dcterms:created>
  <dcterms:modified xsi:type="dcterms:W3CDTF">2026-03-27T22:25:54Z</dcterms:modified>
</cp:coreProperties>
</file>